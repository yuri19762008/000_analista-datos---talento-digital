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zalandoresearch/fashion-mnis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 Analytics Pipeline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9: Fundamentos de Big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Digital · Alkemy ·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20808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Contexto del Problema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2788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Dataset Fashion-MNIST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Arquitectura del Pipeline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68796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963156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Lecciones 1-5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68796" y="2743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963156" y="2788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Resultados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68796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63156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Conclusiones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Problema: RetailMax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es una empresa de e-commerce con millones de transacciones diarias.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Datos fragmentados en múltiples sistemas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Análisis lento con herramientas tradicionales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Modelos ML que no escalan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0" y="146304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20808D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463040"/>
            <a:ext cx="4206240" cy="1188720"/>
          </a:xfrm>
          <a:prstGeom prst="rect">
            <a:avLst/>
          </a:prstGeom>
          <a:noFill/>
          <a:ln/>
        </p:spPr>
        <p:txBody>
          <a:bodyPr wrap="square" lIns="1270" tIns="3810" rIns="3810" bIns="127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70.000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procesadas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132320" y="288036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20808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880360"/>
            <a:ext cx="4206240" cy="1188720"/>
          </a:xfrm>
          <a:prstGeom prst="rect">
            <a:avLst/>
          </a:prstGeom>
          <a:noFill/>
          <a:ln/>
        </p:spPr>
        <p:txBody>
          <a:bodyPr wrap="square" lIns="1270" tIns="3810" rIns="3810" bIns="127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del pipeline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132320" y="42976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20808D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4297680"/>
            <a:ext cx="4206240" cy="1188720"/>
          </a:xfrm>
          <a:prstGeom prst="rect">
            <a:avLst/>
          </a:prstGeom>
          <a:noFill/>
          <a:ln/>
        </p:spPr>
        <p:txBody>
          <a:bodyPr wrap="square" lIns="1270" tIns="3810" rIns="3810" bIns="127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ML entrenados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Dataset: Fashion-MNIST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70.000 imágenes 28×28 px  ·  10 categorías de ropa  ·  Proxy de catálogo de RetailMax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103120"/>
          <a:ext cx="944575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30168"/>
                <a:gridCol w="1097280"/>
                <a:gridCol w="363016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T-shirt/top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Pullover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Sneaker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Ankle boot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Fuente: Zalando Research — </a:t>
            </a:r>
            <a:pPr indent="0" marL="0">
              <a:buNone/>
            </a:pPr>
            <a:r>
              <a:rPr lang="en-US" sz="11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github.com/zalandoresearch/fashion-mnist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del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42316" y="2743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0808D"/>
          </a:solidFill>
          <a:ln/>
        </p:spPr>
      </p:sp>
      <p:sp>
        <p:nvSpPr>
          <p:cNvPr id="4" name="Text 2"/>
          <p:cNvSpPr/>
          <p:nvPr/>
        </p:nvSpPr>
        <p:spPr>
          <a:xfrm>
            <a:off x="242316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16836" y="315468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071116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11196" y="2743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0808D"/>
          </a:solidFill>
          <a:ln/>
        </p:spPr>
      </p:sp>
      <p:sp>
        <p:nvSpPr>
          <p:cNvPr id="8" name="Text 6"/>
          <p:cNvSpPr/>
          <p:nvPr/>
        </p:nvSpPr>
        <p:spPr>
          <a:xfrm>
            <a:off x="2711196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SparkContext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85716" y="315468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539996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80076" y="2743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0808D"/>
          </a:solidFill>
          <a:ln/>
        </p:spPr>
      </p:sp>
      <p:sp>
        <p:nvSpPr>
          <p:cNvPr id="12" name="Text 10"/>
          <p:cNvSpPr/>
          <p:nvPr/>
        </p:nvSpPr>
        <p:spPr>
          <a:xfrm>
            <a:off x="5180076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54596" y="315468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008876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48956" y="2743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0808D"/>
          </a:solidFill>
          <a:ln/>
        </p:spPr>
      </p:sp>
      <p:sp>
        <p:nvSpPr>
          <p:cNvPr id="16" name="Text 14"/>
          <p:cNvSpPr/>
          <p:nvPr/>
        </p:nvSpPr>
        <p:spPr>
          <a:xfrm>
            <a:off x="7648956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23476" y="315468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477756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17836" y="2743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0808D"/>
          </a:solidFill>
          <a:ln/>
        </p:spPr>
      </p:sp>
      <p:sp>
        <p:nvSpPr>
          <p:cNvPr id="20" name="Text 18"/>
          <p:cNvSpPr/>
          <p:nvPr/>
        </p:nvSpPr>
        <p:spPr>
          <a:xfrm>
            <a:off x="10117836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como motor de procesamiento distribuido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Lecciones 1 y 2: Bases del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 · Fundamentos Big 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Las 5V de Big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Arquitectura del sistema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EDA de Fashion-MNIST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68796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· Configuración de Spark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51676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SparkSession y SparkContext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1676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Creación de RDDs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1676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Acciones: count(), take()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 3: RDDs — Transformaciones y Acciones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1463040"/>
          <a:ext cx="8897112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2962656"/>
                <a:gridCol w="296265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Transformaciones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flatMap()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 linaje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stdev()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sortBy()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evaluation: las transformaciones no ejecutan hasta que se invoca una acción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 4: DataFrames y Spark SQL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RDD a DataFrame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Schema explícito con StructType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Optimización Catalyst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fluida: select, filter, groupBy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68796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 SQL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51676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createOrReplaceTempView()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1676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Consultas SQL estándar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1676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Métricas de negocio RetailMax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1676" y="3474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Guardar en Parquet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 5: Machine Learning Escalable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Logística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Clasificación binaria: ropa vs accesorios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VectorAssembler + StandardScaler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Accuracy ~97%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68796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(k=3)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51676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Segmentación sin etiquetas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1676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 grupos de productos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1676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Silhouette Score calculado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MLlib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265676" y="17145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20808D"/>
          </a:solidFill>
          <a:ln/>
        </p:spPr>
      </p:sp>
      <p:sp>
        <p:nvSpPr>
          <p:cNvPr id="4" name="Text 2"/>
          <p:cNvSpPr/>
          <p:nvPr/>
        </p:nvSpPr>
        <p:spPr>
          <a:xfrm>
            <a:off x="4265676" y="17145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Parquet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4476" y="2345436"/>
            <a:ext cx="0" cy="24688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65676" y="26289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20808D"/>
          </a:solidFill>
          <a:ln/>
        </p:spPr>
      </p:sp>
      <p:sp>
        <p:nvSpPr>
          <p:cNvPr id="7" name="Text 5"/>
          <p:cNvSpPr/>
          <p:nvPr/>
        </p:nvSpPr>
        <p:spPr>
          <a:xfrm>
            <a:off x="4265676" y="26289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4476" y="3259836"/>
            <a:ext cx="0" cy="24688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65676" y="35433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20808D"/>
          </a:solidFill>
          <a:ln/>
        </p:spPr>
      </p:sp>
      <p:sp>
        <p:nvSpPr>
          <p:cNvPr id="10" name="Text 8"/>
          <p:cNvSpPr/>
          <p:nvPr/>
        </p:nvSpPr>
        <p:spPr>
          <a:xfrm>
            <a:off x="4265676" y="35433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4476" y="4174236"/>
            <a:ext cx="0" cy="24688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65676" y="44577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20808D"/>
          </a:solidFill>
          <a:ln/>
        </p:spPr>
      </p:sp>
      <p:sp>
        <p:nvSpPr>
          <p:cNvPr id="13" name="Text 11"/>
          <p:cNvSpPr/>
          <p:nvPr/>
        </p:nvSpPr>
        <p:spPr>
          <a:xfrm>
            <a:off x="4265676" y="44577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/ KMeans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4476" y="5088636"/>
            <a:ext cx="0" cy="24688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65676" y="53721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20808D"/>
          </a:solidFill>
          <a:ln/>
        </p:spPr>
      </p:sp>
      <p:sp>
        <p:nvSpPr>
          <p:cNvPr id="16" name="Text 14"/>
          <p:cNvSpPr/>
          <p:nvPr/>
        </p:nvSpPr>
        <p:spPr>
          <a:xfrm>
            <a:off x="4265676" y="53721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Obtenidos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73836" y="164592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/>
        </p:spPr>
      </p:sp>
      <p:sp>
        <p:nvSpPr>
          <p:cNvPr id="4" name="Text 2"/>
          <p:cNvSpPr/>
          <p:nvPr/>
        </p:nvSpPr>
        <p:spPr>
          <a:xfrm>
            <a:off x="973836" y="16459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~97%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Clasificador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60236" y="164592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1B474D"/>
          </a:solidFill>
          <a:ln/>
        </p:spPr>
      </p:sp>
      <p:sp>
        <p:nvSpPr>
          <p:cNvPr id="6" name="Text 4"/>
          <p:cNvSpPr/>
          <p:nvPr/>
        </p:nvSpPr>
        <p:spPr>
          <a:xfrm>
            <a:off x="6460236" y="16459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Clusters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K-Means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73836" y="402336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/>
        </p:spPr>
      </p:sp>
      <p:sp>
        <p:nvSpPr>
          <p:cNvPr id="8" name="Text 6"/>
          <p:cNvSpPr/>
          <p:nvPr/>
        </p:nvSpPr>
        <p:spPr>
          <a:xfrm>
            <a:off x="973836" y="40233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70.000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Procesadas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60236" y="402336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1B474D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40233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Parquet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Generados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3601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2453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Spark / PySpark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 procesamiento distribuido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del pipeline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Fashion-MNIST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de imágenes de 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MLlib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 ML escalables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Almacenamiento columnar optimizado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/ Pandas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Preprocesamiento de datos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0" marR="27432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90956" y="164592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28251D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65276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Completo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5276" y="2743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extremo a extremo: ingesta → RDDs → SQL → ML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48556" y="164592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28251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22876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 vs Pandas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22876" y="2743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 y procesamiento distribuido escalan a millones de registros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06156" y="164592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28251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80476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Aplicabilidad Real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0476" y="2743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automática del catálogo y segmentación para marketing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¡Gracias!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Pipeline · Módulo 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disponible en GitHub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20808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2026-03-23T23:59:06Z</dcterms:created>
  <dcterms:modified xsi:type="dcterms:W3CDTF">2026-03-23T23:59:06Z</dcterms:modified>
</cp:coreProperties>
</file>