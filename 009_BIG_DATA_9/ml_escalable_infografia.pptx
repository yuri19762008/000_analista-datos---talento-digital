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2450" y="6446490"/>
            <a:ext cx="4186684" cy="1066800"/>
          </a:xfrm>
          <a:prstGeom prst="roundRect">
            <a:avLst>
              <a:gd name="adj" fmla="val 120000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EB2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de apertura: “Cuando los datos dejan de caber en una sola máquina, ya no basta con saber machine learning; hay que saber hacerlo escalar”. [file:7]</a:t>
            </a:r>
            <a:endParaRPr lang="en-US" sz="1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884" y="986284"/>
            <a:ext cx="3566666" cy="59977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01109" y="2462659"/>
            <a:ext cx="1590675" cy="1870174"/>
          </a:xfrm>
          <a:prstGeom prst="roundRect">
            <a:avLst>
              <a:gd name="adj" fmla="val 10347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084" y="2643634"/>
            <a:ext cx="1228725" cy="3714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025134" y="2462659"/>
            <a:ext cx="1290191" cy="1870174"/>
          </a:xfrm>
          <a:prstGeom prst="roundRect">
            <a:avLst>
              <a:gd name="adj" fmla="val 12757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109" y="2643634"/>
            <a:ext cx="928241" cy="3714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301109" y="4466183"/>
            <a:ext cx="1590675" cy="2241649"/>
          </a:xfrm>
          <a:prstGeom prst="roundRect">
            <a:avLst>
              <a:gd name="adj" fmla="val 10347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2084" y="4647158"/>
            <a:ext cx="1228725" cy="37147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025134" y="4466183"/>
            <a:ext cx="1290191" cy="2241649"/>
          </a:xfrm>
          <a:prstGeom prst="roundRect">
            <a:avLst>
              <a:gd name="adj" fmla="val 12757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6109" y="4647158"/>
            <a:ext cx="928241" cy="74295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52450" y="457200"/>
            <a:ext cx="42704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45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Versión premium · exposición en clase</a:t>
            </a:r>
            <a:endParaRPr lang="en-US" sz="1050" dirty="0"/>
          </a:p>
        </p:txBody>
      </p:sp>
      <p:sp>
        <p:nvSpPr>
          <p:cNvPr id="14" name="Text 6"/>
          <p:cNvSpPr/>
          <p:nvPr/>
        </p:nvSpPr>
        <p:spPr>
          <a:xfrm>
            <a:off x="552450" y="733425"/>
            <a:ext cx="4186684" cy="330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2"/>
              </a:lnSpc>
              <a:buNone/>
            </a:pPr>
            <a:r>
              <a:rPr lang="en-US" sz="5100" b="1" dirty="0">
                <a:solidFill>
                  <a:srgbClr val="ECF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Machine Learning Escalable con Spark MLlib</a:t>
            </a:r>
            <a:endParaRPr lang="en-US" sz="5100" dirty="0"/>
          </a:p>
        </p:txBody>
      </p:sp>
      <p:sp>
        <p:nvSpPr>
          <p:cNvPr id="15" name="Text 7"/>
          <p:cNvSpPr/>
          <p:nvPr/>
        </p:nvSpPr>
        <p:spPr>
          <a:xfrm>
            <a:off x="552450" y="4255740"/>
            <a:ext cx="4186684" cy="197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88"/>
              </a:lnSpc>
              <a:buNone/>
            </a:pPr>
            <a:r>
              <a:rPr lang="en-US" sz="1725" dirty="0">
                <a:solidFill>
                  <a:srgbClr val="9EB2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Presentación optimizada para </a:t>
            </a:r>
            <a:pPr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9EB2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explicar</a:t>
            </a:r>
            <a:pPr indent="0" marL="0">
              <a:lnSpc>
                <a:spcPts val="2588"/>
              </a:lnSpc>
              <a:buNone/>
            </a:pPr>
            <a:r>
              <a:rPr lang="en-US" sz="1725" dirty="0">
                <a:solidFill>
                  <a:srgbClr val="9EB2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 solo para estudiar: mejor portada, más ritmo visual, comparaciones claras y diagramas que muestran el flujo de trabajo completo sobre datos masivos. [file:7]</a:t>
            </a:r>
            <a:endParaRPr lang="en-US" sz="1725" dirty="0"/>
          </a:p>
        </p:txBody>
      </p:sp>
      <p:sp>
        <p:nvSpPr>
          <p:cNvPr id="16" name="Text 8"/>
          <p:cNvSpPr/>
          <p:nvPr/>
        </p:nvSpPr>
        <p:spPr>
          <a:xfrm>
            <a:off x="5301109" y="1262509"/>
            <a:ext cx="3074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0"/>
              </a:lnSpc>
              <a:buNone/>
            </a:pPr>
            <a:r>
              <a:rPr lang="en-US" sz="8100" dirty="0">
                <a:solidFill>
                  <a:srgbClr val="ECF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</a:t>
            </a:r>
            <a:endParaRPr lang="en-US" sz="8100" dirty="0"/>
          </a:p>
        </p:txBody>
      </p:sp>
      <p:sp>
        <p:nvSpPr>
          <p:cNvPr id="17" name="Text 9"/>
          <p:cNvSpPr/>
          <p:nvPr/>
        </p:nvSpPr>
        <p:spPr>
          <a:xfrm>
            <a:off x="5482084" y="3072259"/>
            <a:ext cx="1228725" cy="107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9EB2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Biblioteca de machine learning distribuido integrada en Apache Spark. [file:7]</a:t>
            </a:r>
            <a:endParaRPr lang="en-US" sz="1050" dirty="0"/>
          </a:p>
        </p:txBody>
      </p:sp>
      <p:sp>
        <p:nvSpPr>
          <p:cNvPr id="18" name="Text 10"/>
          <p:cNvSpPr/>
          <p:nvPr/>
        </p:nvSpPr>
        <p:spPr>
          <a:xfrm>
            <a:off x="7206109" y="3072259"/>
            <a:ext cx="928241" cy="107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9EB2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Procesamiento paralelo para trabajar con grandes volúmenes de datos. [file:7]</a:t>
            </a:r>
            <a:endParaRPr lang="en-US" sz="1050" dirty="0"/>
          </a:p>
        </p:txBody>
      </p:sp>
      <p:sp>
        <p:nvSpPr>
          <p:cNvPr id="19" name="Text 11"/>
          <p:cNvSpPr/>
          <p:nvPr/>
        </p:nvSpPr>
        <p:spPr>
          <a:xfrm>
            <a:off x="5482084" y="5075783"/>
            <a:ext cx="1228725" cy="899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9EB2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Permiten automatizar preparación, entrenamiento y evaluación. [file:7]</a:t>
            </a:r>
            <a:endParaRPr lang="en-US" sz="1050" dirty="0"/>
          </a:p>
        </p:txBody>
      </p:sp>
      <p:sp>
        <p:nvSpPr>
          <p:cNvPr id="20" name="Text 12"/>
          <p:cNvSpPr/>
          <p:nvPr/>
        </p:nvSpPr>
        <p:spPr>
          <a:xfrm>
            <a:off x="7206109" y="5447258"/>
            <a:ext cx="928241" cy="107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9EB2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donde MLlib muestra su valor práctico principal. [file:7]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8572500" y="4791075"/>
            <a:ext cx="3303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45"/>
              </a:lnSpc>
              <a:buNone/>
            </a:pPr>
            <a:r>
              <a:rPr lang="en-US" sz="1050" dirty="0">
                <a:solidFill>
                  <a:srgbClr val="8DA4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12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2026-04-29T01:44:41Z</dcterms:created>
  <dcterms:modified xsi:type="dcterms:W3CDTF">2026-04-29T01:44:41Z</dcterms:modified>
</cp:coreProperties>
</file>