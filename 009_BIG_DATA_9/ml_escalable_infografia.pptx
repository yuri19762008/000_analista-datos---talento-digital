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1695450"/>
            <a:ext cx="8077200" cy="1889671"/>
          </a:xfrm>
          <a:prstGeom prst="roundRect">
            <a:avLst>
              <a:gd name="adj" fmla="val 87101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33400" y="533400"/>
            <a:ext cx="80772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70"/>
              </a:lnSpc>
              <a:buNone/>
            </a:pPr>
            <a:r>
              <a:rPr lang="en-US" sz="3300" b="1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Machine Learning Escalable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752475" y="2143125"/>
            <a:ext cx="7639050" cy="994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610"/>
              </a:lnSpc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MLlib para Big Data</a:t>
            </a:r>
            <a:endParaRPr lang="en-US" sz="1800" dirty="0"/>
          </a:p>
          <a:p>
            <a:pPr marL="342900" indent="-342900">
              <a:lnSpc>
                <a:spcPts val="2610"/>
              </a:lnSpc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Procesamiento distribuido y escalable</a:t>
            </a:r>
            <a:endParaRPr lang="en-US" sz="1800" dirty="0"/>
          </a:p>
          <a:p>
            <a:pPr marL="342900" indent="-342900">
              <a:lnSpc>
                <a:spcPts val="2610"/>
              </a:lnSpc>
              <a:buSzPct val="100000"/>
              <a:buChar char="•"/>
            </a:pPr>
            <a:r>
              <a:rPr lang="en-US" sz="1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Enfoque de estudio resumido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Perplexity</cp:lastModifiedBy>
  <cp:revision>1</cp:revision>
  <dcterms:created xsi:type="dcterms:W3CDTF">2026-04-29T01:28:12Z</dcterms:created>
  <dcterms:modified xsi:type="dcterms:W3CDTF">2026-04-29T01:28:12Z</dcterms:modified>
</cp:coreProperties>
</file>