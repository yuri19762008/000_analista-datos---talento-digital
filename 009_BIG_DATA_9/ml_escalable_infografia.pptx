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224213" y="4198144"/>
            <a:ext cx="2695575" cy="390525"/>
          </a:xfrm>
          <a:prstGeom prst="roundRect">
            <a:avLst>
              <a:gd name="adj" fmla="val 23391220"/>
            </a:avLst>
          </a:prstGeom>
          <a:solidFill>
            <a:srgbClr val="38BDF8">
              <a:alpha val="12000"/>
            </a:srgbClr>
          </a:solidFill>
          <a:ln w="9525">
            <a:solidFill>
              <a:srgbClr val="38BDF8"/>
            </a:solidFill>
          </a:ln>
        </p:spPr>
        <p:txBody>
          <a:bodyPr wrap="square" lIns="133350" tIns="133350" rIns="133350" bIns="133350" rtlCol="0" anchor="t">
            <a:normAutofit/>
          </a:bodyPr>
          <a:lstStyle/>
          <a:p>
            <a:pPr algn="ctr" indent="0" marL="0">
              <a:buNone/>
            </a:pPr>
            <a:r>
              <a:rPr lang="en-US" sz="1125" b="1" dirty="0">
                <a:solidFill>
                  <a:srgbClr val="DFF7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Estudio profesional · versión visual</a:t>
            </a:r>
            <a:endParaRPr lang="en-US" sz="1125" dirty="0"/>
          </a:p>
        </p:txBody>
      </p:sp>
      <p:sp>
        <p:nvSpPr>
          <p:cNvPr id="4" name="Text 1"/>
          <p:cNvSpPr/>
          <p:nvPr/>
        </p:nvSpPr>
        <p:spPr>
          <a:xfrm>
            <a:off x="4271732" y="364480"/>
            <a:ext cx="600388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6600"/>
              </a:lnSpc>
              <a:buNone/>
            </a:pPr>
            <a:r>
              <a:rPr lang="en-US" sz="6600" dirty="0">
                <a:solidFill>
                  <a:srgbClr val="EAF2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</a:t>
            </a:r>
            <a:endParaRPr lang="en-US" sz="6600" dirty="0"/>
          </a:p>
        </p:txBody>
      </p:sp>
      <p:sp>
        <p:nvSpPr>
          <p:cNvPr id="5" name="Text 2"/>
          <p:cNvSpPr/>
          <p:nvPr/>
        </p:nvSpPr>
        <p:spPr>
          <a:xfrm>
            <a:off x="3065490" y="1202680"/>
            <a:ext cx="3013019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1050" b="1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Apache Spark · MLlib · Big Data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09600" y="1478905"/>
            <a:ext cx="7924800" cy="12555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944"/>
              </a:lnSpc>
              <a:buNone/>
            </a:pPr>
            <a:r>
              <a:rPr lang="en-US" sz="4800" b="1" dirty="0">
                <a:solidFill>
                  <a:srgbClr val="EAF2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Machine Learning Escalable</a:t>
            </a:r>
            <a:endParaRPr lang="en-US" sz="4800" dirty="0"/>
          </a:p>
        </p:txBody>
      </p:sp>
      <p:sp>
        <p:nvSpPr>
          <p:cNvPr id="7" name="Text 4"/>
          <p:cNvSpPr/>
          <p:nvPr/>
        </p:nvSpPr>
        <p:spPr>
          <a:xfrm>
            <a:off x="666750" y="2867769"/>
            <a:ext cx="7810500" cy="9112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392"/>
              </a:lnSpc>
              <a:buNone/>
            </a:pPr>
            <a:r>
              <a:rPr lang="en-US" sz="1650" dirty="0">
                <a:solidFill>
                  <a:srgbClr val="9FB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Una visión clara y visual de cómo </a:t>
            </a:r>
            <a:pPr algn="ctr" indent="0" marL="0">
              <a:lnSpc>
                <a:spcPts val="2392"/>
              </a:lnSpc>
              <a:buNone/>
            </a:pPr>
            <a:r>
              <a:rPr lang="en-US" sz="1650" b="1" dirty="0">
                <a:solidFill>
                  <a:srgbClr val="9FB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Spark MLlib</a:t>
            </a:r>
            <a:pPr algn="ctr" indent="0" marL="0">
              <a:lnSpc>
                <a:spcPts val="2392"/>
              </a:lnSpc>
              <a:buNone/>
            </a:pPr>
            <a:r>
              <a:rPr lang="en-US" sz="1650" dirty="0">
                <a:solidFill>
                  <a:srgbClr val="9FB3C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permite entrenar, evaluar y desplegar modelos sobre grandes volúmenes de datos mediante procesamiento distribuido. [file:7]</a:t>
            </a:r>
            <a:endParaRPr lang="en-US" sz="1650" dirty="0"/>
          </a:p>
        </p:txBody>
      </p:sp>
      <p:sp>
        <p:nvSpPr>
          <p:cNvPr id="8" name="Text 5"/>
          <p:cNvSpPr/>
          <p:nvPr/>
        </p:nvSpPr>
        <p:spPr>
          <a:xfrm>
            <a:off x="8553450" y="4791075"/>
            <a:ext cx="330327" cy="1619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945"/>
              </a:lnSpc>
              <a:buNone/>
            </a:pPr>
            <a:r>
              <a:rPr lang="en-US" sz="1050" dirty="0">
                <a:solidFill>
                  <a:srgbClr val="8EA4B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 / 10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Converted Presentation</dc:title>
  <dc:subject>PptxGenJS Presentation</dc:subject>
  <dc:creator>Perplexity</dc:creator>
  <cp:lastModifiedBy>Perplexity</cp:lastModifiedBy>
  <cp:revision>1</cp:revision>
  <dcterms:created xsi:type="dcterms:W3CDTF">2026-04-29T01:34:45Z</dcterms:created>
  <dcterms:modified xsi:type="dcterms:W3CDTF">2026-04-29T01:34:45Z</dcterms:modified>
</cp:coreProperties>
</file>